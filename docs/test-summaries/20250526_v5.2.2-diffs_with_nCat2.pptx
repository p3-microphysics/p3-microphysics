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35" d="100"/>
          <a:sy n="35" d="100"/>
        </p:scale>
        <p:origin x="100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lette,Melissa (elle | she, her) (ECCC)" userId="d1681f99-91c6-42f6-9d8f-2571876a63e4" providerId="ADAL" clId="{169D2F99-AE5C-4EF6-B242-44D606719BEE}"/>
    <pc:docChg chg="modSld">
      <pc:chgData name="Cholette,Melissa (elle | she, her) (ECCC)" userId="d1681f99-91c6-42f6-9d8f-2571876a63e4" providerId="ADAL" clId="{169D2F99-AE5C-4EF6-B242-44D606719BEE}" dt="2025-05-26T21:09:48.043" v="23" actId="20577"/>
      <pc:docMkLst>
        <pc:docMk/>
      </pc:docMkLst>
      <pc:sldChg chg="modSp mod">
        <pc:chgData name="Cholette,Melissa (elle | she, her) (ECCC)" userId="d1681f99-91c6-42f6-9d8f-2571876a63e4" providerId="ADAL" clId="{169D2F99-AE5C-4EF6-B242-44D606719BEE}" dt="2025-05-26T21:09:48.043" v="23" actId="20577"/>
        <pc:sldMkLst>
          <pc:docMk/>
          <pc:sldMk cId="1605070333" sldId="256"/>
        </pc:sldMkLst>
        <pc:spChg chg="mod">
          <ac:chgData name="Cholette,Melissa (elle | she, her) (ECCC)" userId="d1681f99-91c6-42f6-9d8f-2571876a63e4" providerId="ADAL" clId="{169D2F99-AE5C-4EF6-B242-44D606719BEE}" dt="2025-05-26T21:09:48.043" v="23" actId="20577"/>
          <ac:spMkLst>
            <pc:docMk/>
            <pc:sldMk cId="1605070333" sldId="256"/>
            <ac:spMk id="3" creationId="{1D4D08E2-FEB5-CBF7-08B1-F983308E26D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4BEAE-8226-4F91-5CE8-FFF59A09F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59C38D-CCB4-FFE5-8A72-96793DCC2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0D29B-336D-0A82-E219-B20262882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F91B85-E323-E64A-4B21-04AF7C68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6EAA7F-FAAA-7AC2-52B9-4D3A8A9C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50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D57C90-02AF-2BD6-81FC-0B2D92A9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5AA19D-131A-7CF0-ED09-355A9A695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B97E3F-809E-B594-FD3D-A43D5F01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CFD6A8-0095-4EF9-3F8B-67640A38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06E5A9-821D-9C98-02CE-6FE7AA15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4197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8F8548-9152-35B8-41D1-715DD7D37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C26E4C-50C5-D7B2-1831-A277F5E01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153986-7F03-5F47-1178-76B82218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60A56F-5DFE-1A65-6E2F-2AB058DD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788C08-A228-9748-E12C-93D713B3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247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7ED511-ADF5-723C-7D08-9BF35E9F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BBBC4D-AE0B-4312-6721-9471AFAEE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BED7AC-8D7F-45BC-9BB0-1084870C7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20439F-75B7-0E1E-7674-DA798458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72598D-A11A-D241-DE98-9F7D6DF8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0E6EE7-FC3C-DDC6-6643-51D9777B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4532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40868E-C860-D0A2-9925-AB7B00EF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CA6389-AED4-659C-A561-60794B35C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EED0E76-D858-6B82-0FB3-BF59EA73B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308FD29-3C1B-FA88-38A8-3F1520AE0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6DBAB36-A3C1-5D9A-D610-A7D28BA9E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28D859F-656D-6132-8937-01403988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6068F14-7769-6421-3533-7B492F0E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970F37-A76B-4C01-6237-1F46BEE1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2668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9B3C6D-B2CF-81A0-4105-0B16DFCE2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49D575-A75D-E687-1DC0-B6CC069C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A3D111-FE46-CA4B-181F-27819264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05169A-8EF4-9467-F40D-66CB24C2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792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D7CBE61-0378-56C1-FFA2-2BB19F86B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DE793D-3694-27C9-0D47-87A44E0BA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4234A7-B85A-CE86-E9A0-1CF74857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904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F38B0B-4363-9AD6-9435-3531801F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0AB671-FBBB-7E0C-F8FE-7C9C2F7E9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123E7B-F1D7-ED85-8806-EEEB4DB8A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BF34E4-C254-84C1-4F34-CEE132F3A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C3B0A7-B929-5ADD-9B95-904D9261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92274C-6160-F5F0-751C-91F75D6F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4384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2CA92-EF1D-F86F-7EB4-AFCBA596A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1F64F48-ACB5-85A4-E297-BEBB67E7E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184D3F-0C0A-ED3A-2716-270BFCDB6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258B6C-38A5-E6BA-0EBF-53DE724E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97900-76BF-AD1C-4BAF-D64F0DF6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0A51EF-1CEB-497D-4C4F-BFEBFEFE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7046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C7F726-6324-FA1E-5062-2962DB73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C1DF0B-9A28-27BE-8959-0475EEB1E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55C031-66C4-5AEF-712D-8EC3E568B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C0B533-89FD-F26A-09B5-11808BF7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0DAC4D-CF30-9734-9D10-DC0664E3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008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3F9AF2-928B-D666-EAD0-6233518A9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7DFBEF-22EE-5F9A-617A-31831352C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A7F44F-C816-E44F-DB3C-78F6271E3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009BAE-8EFE-FD0D-4177-5F6BB6E1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03953B-120D-CBFC-5CFB-CBEE91DC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356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27F939B-31D0-99DB-54EE-424153A6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7E98E0-52F3-90C6-03B2-321DDC4CA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D582A0-CDE8-C58C-0383-C94409031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F59FE-BEEB-4B4C-BCDB-E8029FD05C94}" type="datetimeFigureOut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47DA29-E56B-AEB3-F3DB-C9207578A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835C39-2104-0910-788F-97DCB2A0A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2D6E8-9A49-4863-8E2E-3F551FBDB9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539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6D600-8094-A6B0-8026-D6C971FAF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 err="1"/>
              <a:t>Difference</a:t>
            </a:r>
            <a:r>
              <a:rPr lang="fr-CA" dirty="0"/>
              <a:t> in 1D </a:t>
            </a:r>
            <a:r>
              <a:rPr lang="fr-CA" dirty="0" err="1"/>
              <a:t>with</a:t>
            </a:r>
            <a:r>
              <a:rPr lang="fr-CA" dirty="0"/>
              <a:t> </a:t>
            </a:r>
            <a:r>
              <a:rPr lang="fr-CA" dirty="0" err="1"/>
              <a:t>nCat</a:t>
            </a:r>
            <a:r>
              <a:rPr lang="fr-CA" dirty="0"/>
              <a:t>=2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4D08E2-FEB5-CBF7-08B1-F983308E26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 err="1"/>
              <a:t>Only</a:t>
            </a:r>
            <a:r>
              <a:rPr lang="fr-CA" dirty="0"/>
              <a:t> 3MOM_LF_n2 </a:t>
            </a:r>
            <a:r>
              <a:rPr lang="fr-CA" dirty="0" err="1"/>
              <a:t>is</a:t>
            </a:r>
            <a:r>
              <a:rPr lang="fr-CA" dirty="0"/>
              <a:t> </a:t>
            </a:r>
            <a:r>
              <a:rPr lang="fr-CA" dirty="0" err="1"/>
              <a:t>shown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0507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A9881C-0A66-7FD1-76DF-04364729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V5.2.1 vs. v5.2.2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BFEB53-C4EE-77EC-25EB-93EFB7220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554" y="1507218"/>
            <a:ext cx="3088338" cy="498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E9CAAB8-5109-3807-9662-DFE8C2DA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892" y="1507217"/>
            <a:ext cx="3090646" cy="498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53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818C3-EFF8-520D-62BE-AD138426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From</a:t>
            </a:r>
            <a:r>
              <a:rPr lang="fr-CA" dirty="0"/>
              <a:t> </a:t>
            </a:r>
            <a:r>
              <a:rPr lang="fr-CA" dirty="0" err="1"/>
              <a:t>bugfix</a:t>
            </a:r>
            <a:r>
              <a:rPr lang="fr-CA" dirty="0"/>
              <a:t> in </a:t>
            </a:r>
            <a:r>
              <a:rPr lang="fr-CA" dirty="0" err="1"/>
              <a:t>LTs</a:t>
            </a:r>
            <a:r>
              <a:rPr lang="fr-CA" dirty="0"/>
              <a:t> </a:t>
            </a:r>
            <a:r>
              <a:rPr lang="fr-CA" dirty="0" err="1"/>
              <a:t>ice-rain</a:t>
            </a:r>
            <a:r>
              <a:rPr lang="fr-CA" dirty="0"/>
              <a:t> collection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65847DEA-83BE-179D-BDF9-BED74B95C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926092"/>
            <a:ext cx="9827291" cy="421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7159258-6C92-AFB1-391B-9846BA1607ED}"/>
              </a:ext>
            </a:extLst>
          </p:cNvPr>
          <p:cNvSpPr txBox="1"/>
          <p:nvPr/>
        </p:nvSpPr>
        <p:spPr>
          <a:xfrm>
            <a:off x="10428514" y="2967335"/>
            <a:ext cx="17634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LT1: </a:t>
            </a:r>
          </a:p>
          <a:p>
            <a:r>
              <a:rPr lang="fr-CA" dirty="0" err="1"/>
              <a:t>from</a:t>
            </a:r>
            <a:r>
              <a:rPr lang="fr-CA" dirty="0"/>
              <a:t> 6.3 to 6.4 for </a:t>
            </a:r>
            <a:r>
              <a:rPr lang="fr-CA" dirty="0" err="1"/>
              <a:t>both</a:t>
            </a:r>
            <a:r>
              <a:rPr lang="fr-CA" dirty="0"/>
              <a:t> 2mom and 3mom</a:t>
            </a:r>
          </a:p>
          <a:p>
            <a:r>
              <a:rPr lang="fr-CA" dirty="0"/>
              <a:t>And LT2 </a:t>
            </a:r>
            <a:r>
              <a:rPr lang="fr-CA" dirty="0" err="1"/>
              <a:t>unchanged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630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09AB8-5726-FBA5-C7FA-67B67B19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82DD56-CE73-A14C-FF4E-0B4D866F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V5.2.2 vs. v5.2.3 </a:t>
            </a:r>
            <a:r>
              <a:rPr lang="fr-CA" dirty="0">
                <a:sym typeface="Wingdings" panose="05000000000000000000" pitchFamily="2" charset="2"/>
              </a:rPr>
              <a:t> </a:t>
            </a:r>
            <a:r>
              <a:rPr lang="fr-CA" dirty="0" err="1">
                <a:sym typeface="Wingdings" panose="05000000000000000000" pitchFamily="2" charset="2"/>
              </a:rPr>
              <a:t>similar</a:t>
            </a:r>
            <a:endParaRPr lang="fr-CA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EC320A8-165E-FF0E-EA63-B0A2E520F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20" y="1507218"/>
            <a:ext cx="3090646" cy="498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60EB0DC-93B4-C222-10BE-A707E040B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175" y="1496157"/>
            <a:ext cx="3269228" cy="499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7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EBD6B-A238-FB9D-5BD3-9F551D4E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77EF1A-1759-B6E3-1589-F4BF4584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V5.2.3 vs. v5.2.4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5CD70B2-4D41-F6FC-4C8A-0117965F5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975" y="1496157"/>
            <a:ext cx="3269228" cy="499671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A5EB76A-243A-99CE-9BAC-0E876F457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252" y="1496156"/>
            <a:ext cx="2992249" cy="499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C611BFD-946D-E0D6-F05B-B8DC6A4EF66A}"/>
              </a:ext>
            </a:extLst>
          </p:cNvPr>
          <p:cNvSpPr txBox="1"/>
          <p:nvPr/>
        </p:nvSpPr>
        <p:spPr>
          <a:xfrm>
            <a:off x="8583477" y="2967335"/>
            <a:ext cx="3491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Using</a:t>
            </a:r>
            <a:r>
              <a:rPr lang="fr-CA" dirty="0"/>
              <a:t> f1pr15 </a:t>
            </a:r>
            <a:r>
              <a:rPr lang="fr-CA" dirty="0" err="1"/>
              <a:t>from</a:t>
            </a:r>
            <a:r>
              <a:rPr lang="fr-CA" dirty="0"/>
              <a:t> LT1</a:t>
            </a:r>
          </a:p>
          <a:p>
            <a:r>
              <a:rPr lang="fr-CA" dirty="0"/>
              <a:t> for </a:t>
            </a:r>
            <a:r>
              <a:rPr lang="fr-CA" dirty="0" err="1"/>
              <a:t>diag_Di</a:t>
            </a:r>
            <a:r>
              <a:rPr lang="fr-CA" dirty="0"/>
              <a:t> </a:t>
            </a:r>
            <a:r>
              <a:rPr lang="fr-CA" dirty="0" err="1"/>
              <a:t>instead</a:t>
            </a:r>
            <a:r>
              <a:rPr lang="fr-CA" dirty="0"/>
              <a:t> of (6*</a:t>
            </a:r>
            <a:r>
              <a:rPr lang="fr-CA" dirty="0" err="1"/>
              <a:t>qitot</a:t>
            </a:r>
            <a:r>
              <a:rPr lang="fr-CA" dirty="0"/>
              <a:t>/(</a:t>
            </a:r>
            <a:r>
              <a:rPr lang="fr-CA" dirty="0" err="1"/>
              <a:t>nitot</a:t>
            </a:r>
            <a:r>
              <a:rPr lang="fr-CA" dirty="0"/>
              <a:t>*500.*pi))**0.333</a:t>
            </a:r>
          </a:p>
        </p:txBody>
      </p:sp>
    </p:spTree>
    <p:extLst>
      <p:ext uri="{BB962C8B-B14F-4D97-AF65-F5344CB8AC3E}">
        <p14:creationId xmlns:p14="http://schemas.microsoft.com/office/powerpoint/2010/main" val="225765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FFFD-BF6B-B90B-B99E-767AD8A7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E8C41E-FC02-ECC6-6ADA-635BF644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V5.2.4 vs. v5.3.14 </a:t>
            </a:r>
            <a:r>
              <a:rPr lang="fr-CA" dirty="0">
                <a:sym typeface="Wingdings" panose="05000000000000000000" pitchFamily="2" charset="2"/>
              </a:rPr>
              <a:t> </a:t>
            </a:r>
            <a:r>
              <a:rPr lang="fr-CA" dirty="0" err="1">
                <a:sym typeface="Wingdings" panose="05000000000000000000" pitchFamily="2" charset="2"/>
              </a:rPr>
              <a:t>similar</a:t>
            </a:r>
            <a:endParaRPr lang="fr-C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1FD5B9-7805-0AB7-B8FC-CA414CD0F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375" y="1496156"/>
            <a:ext cx="2992249" cy="499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2AEC04B-60CC-9202-8CAF-2FD813EDEBB1}"/>
              </a:ext>
            </a:extLst>
          </p:cNvPr>
          <p:cNvSpPr txBox="1"/>
          <p:nvPr/>
        </p:nvSpPr>
        <p:spPr>
          <a:xfrm>
            <a:off x="8583477" y="2967335"/>
            <a:ext cx="3491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Using</a:t>
            </a:r>
            <a:r>
              <a:rPr lang="fr-CA" dirty="0"/>
              <a:t> f1pr15 </a:t>
            </a:r>
            <a:r>
              <a:rPr lang="fr-CA" dirty="0" err="1"/>
              <a:t>from</a:t>
            </a:r>
            <a:r>
              <a:rPr lang="fr-CA" dirty="0"/>
              <a:t> LT1</a:t>
            </a:r>
          </a:p>
          <a:p>
            <a:r>
              <a:rPr lang="fr-CA" dirty="0"/>
              <a:t> for </a:t>
            </a:r>
            <a:r>
              <a:rPr lang="fr-CA" dirty="0" err="1"/>
              <a:t>diag_Di</a:t>
            </a:r>
            <a:r>
              <a:rPr lang="fr-CA" dirty="0"/>
              <a:t> </a:t>
            </a:r>
            <a:r>
              <a:rPr lang="fr-CA" dirty="0" err="1"/>
              <a:t>instead</a:t>
            </a:r>
            <a:r>
              <a:rPr lang="fr-CA" dirty="0"/>
              <a:t> of (6*</a:t>
            </a:r>
            <a:r>
              <a:rPr lang="fr-CA" dirty="0" err="1"/>
              <a:t>qitot</a:t>
            </a:r>
            <a:r>
              <a:rPr lang="fr-CA" dirty="0"/>
              <a:t>/(</a:t>
            </a:r>
            <a:r>
              <a:rPr lang="fr-CA" dirty="0" err="1"/>
              <a:t>nitot</a:t>
            </a:r>
            <a:r>
              <a:rPr lang="fr-CA" dirty="0"/>
              <a:t>*500.*pi))**0.333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8691D61-1864-F256-9F93-F9467333F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91"/>
          <a:stretch/>
        </p:blipFill>
        <p:spPr bwMode="auto">
          <a:xfrm>
            <a:off x="5193222" y="1496155"/>
            <a:ext cx="3131046" cy="499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3771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</Words>
  <Application>Microsoft Office PowerPoint</Application>
  <PresentationFormat>Grand écran</PresentationFormat>
  <Paragraphs>14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Thème Office</vt:lpstr>
      <vt:lpstr>Difference in 1D with nCat=2</vt:lpstr>
      <vt:lpstr>V5.2.1 vs. v5.2.2</vt:lpstr>
      <vt:lpstr>From bugfix in LTs ice-rain collection</vt:lpstr>
      <vt:lpstr>V5.2.2 vs. v5.2.3  similar</vt:lpstr>
      <vt:lpstr>V5.2.3 vs. v5.2.4</vt:lpstr>
      <vt:lpstr>V5.2.4 vs. v5.3.14  similar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Auteur</dc:creator>
  <cp:lastModifiedBy>Auteur</cp:lastModifiedBy>
  <cp:revision>1</cp:revision>
  <dcterms:created xsi:type="dcterms:W3CDTF">2025-05-26T21:03:13Z</dcterms:created>
  <dcterms:modified xsi:type="dcterms:W3CDTF">2025-05-26T21:09:57Z</dcterms:modified>
</cp:coreProperties>
</file>